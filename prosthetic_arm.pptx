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4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0406C-C314-4180-8302-BC8212E727FF}" v="8" dt="2024-11-04T12:57:11.747"/>
    <p1510:client id="{779102E9-B601-4F08-90D3-D3BCA47A369F}" v="135" dt="2024-11-04T12:48:40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81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gnesh K" userId="b275d7bc3a496e69" providerId="LiveId" clId="{057ACC6E-33B5-403E-A3CE-4EA5EEE4391F}"/>
    <pc:docChg chg="modSld addMainMaster modMainMaster">
      <pc:chgData name="Vignesh K" userId="b275d7bc3a496e69" providerId="LiveId" clId="{057ACC6E-33B5-403E-A3CE-4EA5EEE4391F}" dt="2024-11-04T07:37:36.304" v="60" actId="2711"/>
      <pc:docMkLst>
        <pc:docMk/>
      </pc:docMkLst>
      <pc:sldChg chg="modSp mod">
        <pc:chgData name="Vignesh K" userId="b275d7bc3a496e69" providerId="LiveId" clId="{057ACC6E-33B5-403E-A3CE-4EA5EEE4391F}" dt="2024-11-04T07:33:40.675" v="35" actId="20577"/>
        <pc:sldMkLst>
          <pc:docMk/>
          <pc:sldMk cId="3927867514" sldId="257"/>
        </pc:sldMkLst>
        <pc:spChg chg="mod">
          <ac:chgData name="Vignesh K" userId="b275d7bc3a496e69" providerId="LiveId" clId="{057ACC6E-33B5-403E-A3CE-4EA5EEE4391F}" dt="2024-11-04T07:33:40.675" v="35" actId="20577"/>
          <ac:spMkLst>
            <pc:docMk/>
            <pc:sldMk cId="3927867514" sldId="257"/>
            <ac:spMk id="2" creationId="{CF4F8DB2-706B-26D9-E78D-83CFD96E3E6E}"/>
          </ac:spMkLst>
        </pc:spChg>
      </pc:sldChg>
      <pc:sldChg chg="modSp">
        <pc:chgData name="Vignesh K" userId="b275d7bc3a496e69" providerId="LiveId" clId="{057ACC6E-33B5-403E-A3CE-4EA5EEE4391F}" dt="2024-11-04T07:36:50.630" v="53" actId="2711"/>
        <pc:sldMkLst>
          <pc:docMk/>
          <pc:sldMk cId="729690754" sldId="258"/>
        </pc:sldMkLst>
        <pc:spChg chg="mod">
          <ac:chgData name="Vignesh K" userId="b275d7bc3a496e69" providerId="LiveId" clId="{057ACC6E-33B5-403E-A3CE-4EA5EEE4391F}" dt="2024-11-04T07:36:50.630" v="53" actId="2711"/>
          <ac:spMkLst>
            <pc:docMk/>
            <pc:sldMk cId="729690754" sldId="258"/>
            <ac:spMk id="2" creationId="{0CD46FBD-81B7-A7DB-9E1E-700310836EF6}"/>
          </ac:spMkLst>
        </pc:spChg>
        <pc:spChg chg="mod">
          <ac:chgData name="Vignesh K" userId="b275d7bc3a496e69" providerId="LiveId" clId="{057ACC6E-33B5-403E-A3CE-4EA5EEE4391F}" dt="2024-11-04T07:36:50.630" v="53" actId="2711"/>
          <ac:spMkLst>
            <pc:docMk/>
            <pc:sldMk cId="729690754" sldId="258"/>
            <ac:spMk id="18" creationId="{A3EFF7B1-6CB7-47D1-AD37-B870CA2B2151}"/>
          </ac:spMkLst>
        </pc:spChg>
        <pc:spChg chg="mod">
          <ac:chgData name="Vignesh K" userId="b275d7bc3a496e69" providerId="LiveId" clId="{057ACC6E-33B5-403E-A3CE-4EA5EEE4391F}" dt="2024-11-04T07:36:50.630" v="53" actId="2711"/>
          <ac:spMkLst>
            <pc:docMk/>
            <pc:sldMk cId="729690754" sldId="258"/>
            <ac:spMk id="26" creationId="{7FA2962B-21B6-4689-A95D-A8FF6ADE47F1}"/>
          </ac:spMkLst>
        </pc:spChg>
        <pc:spChg chg="mod">
          <ac:chgData name="Vignesh K" userId="b275d7bc3a496e69" providerId="LiveId" clId="{057ACC6E-33B5-403E-A3CE-4EA5EEE4391F}" dt="2024-11-04T07:36:50.630" v="53" actId="2711"/>
          <ac:spMkLst>
            <pc:docMk/>
            <pc:sldMk cId="729690754" sldId="258"/>
            <ac:spMk id="27" creationId="{A00D2CE1-35C1-46E6-BD59-CEE668BD90F4}"/>
          </ac:spMkLst>
        </pc:spChg>
        <pc:spChg chg="mod">
          <ac:chgData name="Vignesh K" userId="b275d7bc3a496e69" providerId="LiveId" clId="{057ACC6E-33B5-403E-A3CE-4EA5EEE4391F}" dt="2024-11-04T07:36:50.630" v="53" actId="2711"/>
          <ac:spMkLst>
            <pc:docMk/>
            <pc:sldMk cId="729690754" sldId="258"/>
            <ac:spMk id="35" creationId="{E18403B7-F2C7-4C07-8522-21C31910902C}"/>
          </ac:spMkLst>
        </pc:spChg>
        <pc:grpChg chg="mod">
          <ac:chgData name="Vignesh K" userId="b275d7bc3a496e69" providerId="LiveId" clId="{057ACC6E-33B5-403E-A3CE-4EA5EEE4391F}" dt="2024-11-04T07:36:50.630" v="53" actId="2711"/>
          <ac:grpSpMkLst>
            <pc:docMk/>
            <pc:sldMk cId="729690754" sldId="258"/>
            <ac:grpSpMk id="19" creationId="{80E95A5C-1E97-41C3-9DEC-245FF6DEBF1F}"/>
          </ac:grpSpMkLst>
        </pc:grpChg>
        <pc:grpChg chg="mod">
          <ac:chgData name="Vignesh K" userId="b275d7bc3a496e69" providerId="LiveId" clId="{057ACC6E-33B5-403E-A3CE-4EA5EEE4391F}" dt="2024-11-04T07:36:50.630" v="53" actId="2711"/>
          <ac:grpSpMkLst>
            <pc:docMk/>
            <pc:sldMk cId="729690754" sldId="258"/>
            <ac:grpSpMk id="28" creationId="{A745280D-ED36-41FE-8EB1-CE597C99CFE8}"/>
          </ac:grpSpMkLst>
        </pc:grpChg>
        <pc:grpChg chg="mod">
          <ac:chgData name="Vignesh K" userId="b275d7bc3a496e69" providerId="LiveId" clId="{057ACC6E-33B5-403E-A3CE-4EA5EEE4391F}" dt="2024-11-04T07:36:50.630" v="53" actId="2711"/>
          <ac:grpSpMkLst>
            <pc:docMk/>
            <pc:sldMk cId="729690754" sldId="258"/>
            <ac:grpSpMk id="29" creationId="{A58DCE86-9AE1-46D1-96D6-04B8B3EDF6FA}"/>
          </ac:grpSpMkLst>
        </pc:grpChg>
        <pc:grpChg chg="mod">
          <ac:chgData name="Vignesh K" userId="b275d7bc3a496e69" providerId="LiveId" clId="{057ACC6E-33B5-403E-A3CE-4EA5EEE4391F}" dt="2024-11-04T07:36:50.630" v="53" actId="2711"/>
          <ac:grpSpMkLst>
            <pc:docMk/>
            <pc:sldMk cId="729690754" sldId="258"/>
            <ac:grpSpMk id="37" creationId="{23B58CC6-A99E-43AF-A467-256F19287FB8}"/>
          </ac:grpSpMkLst>
        </pc:grpChg>
        <pc:graphicFrameChg chg="mod">
          <ac:chgData name="Vignesh K" userId="b275d7bc3a496e69" providerId="LiveId" clId="{057ACC6E-33B5-403E-A3CE-4EA5EEE4391F}" dt="2024-11-04T07:36:50.630" v="53" actId="2711"/>
          <ac:graphicFrameMkLst>
            <pc:docMk/>
            <pc:sldMk cId="729690754" sldId="258"/>
            <ac:graphicFrameMk id="36" creationId="{D13F719A-01E5-AFFE-B2E2-3B63CF4E48F8}"/>
          </ac:graphicFrameMkLst>
        </pc:graphicFrameChg>
      </pc:sldChg>
      <pc:sldChg chg="modSp mod">
        <pc:chgData name="Vignesh K" userId="b275d7bc3a496e69" providerId="LiveId" clId="{057ACC6E-33B5-403E-A3CE-4EA5EEE4391F}" dt="2024-11-04T07:36:29.857" v="51" actId="2711"/>
        <pc:sldMkLst>
          <pc:docMk/>
          <pc:sldMk cId="4154531911" sldId="259"/>
        </pc:sldMkLst>
        <pc:spChg chg="mod">
          <ac:chgData name="Vignesh K" userId="b275d7bc3a496e69" providerId="LiveId" clId="{057ACC6E-33B5-403E-A3CE-4EA5EEE4391F}" dt="2024-11-04T07:36:29.857" v="51" actId="2711"/>
          <ac:spMkLst>
            <pc:docMk/>
            <pc:sldMk cId="4154531911" sldId="259"/>
            <ac:spMk id="2" creationId="{4D4D6F2B-71A4-AF0F-825C-1A40A8D0B0E8}"/>
          </ac:spMkLst>
        </pc:spChg>
        <pc:spChg chg="mod">
          <ac:chgData name="Vignesh K" userId="b275d7bc3a496e69" providerId="LiveId" clId="{057ACC6E-33B5-403E-A3CE-4EA5EEE4391F}" dt="2024-11-04T07:33:09.179" v="18" actId="20577"/>
          <ac:spMkLst>
            <pc:docMk/>
            <pc:sldMk cId="4154531911" sldId="259"/>
            <ac:spMk id="3" creationId="{A5F4C4E7-DF91-2806-CCD9-FAFEE3C4EFF2}"/>
          </ac:spMkLst>
        </pc:spChg>
      </pc:sldChg>
      <pc:sldChg chg="modSp mod">
        <pc:chgData name="Vignesh K" userId="b275d7bc3a496e69" providerId="LiveId" clId="{057ACC6E-33B5-403E-A3CE-4EA5EEE4391F}" dt="2024-11-04T07:36:37.876" v="52" actId="2711"/>
        <pc:sldMkLst>
          <pc:docMk/>
          <pc:sldMk cId="2827595710" sldId="260"/>
        </pc:sldMkLst>
        <pc:spChg chg="mod">
          <ac:chgData name="Vignesh K" userId="b275d7bc3a496e69" providerId="LiveId" clId="{057ACC6E-33B5-403E-A3CE-4EA5EEE4391F}" dt="2024-11-04T07:36:37.876" v="52" actId="2711"/>
          <ac:spMkLst>
            <pc:docMk/>
            <pc:sldMk cId="2827595710" sldId="260"/>
            <ac:spMk id="2" creationId="{0FBB2010-18BE-6D59-E559-9D7275F2FA6D}"/>
          </ac:spMkLst>
        </pc:spChg>
        <pc:spChg chg="mod">
          <ac:chgData name="Vignesh K" userId="b275d7bc3a496e69" providerId="LiveId" clId="{057ACC6E-33B5-403E-A3CE-4EA5EEE4391F}" dt="2024-11-04T07:36:37.876" v="52" actId="2711"/>
          <ac:spMkLst>
            <pc:docMk/>
            <pc:sldMk cId="2827595710" sldId="260"/>
            <ac:spMk id="17" creationId="{9C893E53-9B7C-E69E-D531-B208639A4DAF}"/>
          </ac:spMkLst>
        </pc:spChg>
      </pc:sldChg>
      <pc:sldChg chg="modSp mod">
        <pc:chgData name="Vignesh K" userId="b275d7bc3a496e69" providerId="LiveId" clId="{057ACC6E-33B5-403E-A3CE-4EA5EEE4391F}" dt="2024-11-04T07:37:02.612" v="54" actId="2711"/>
        <pc:sldMkLst>
          <pc:docMk/>
          <pc:sldMk cId="3014045597" sldId="261"/>
        </pc:sldMkLst>
        <pc:spChg chg="mod">
          <ac:chgData name="Vignesh K" userId="b275d7bc3a496e69" providerId="LiveId" clId="{057ACC6E-33B5-403E-A3CE-4EA5EEE4391F}" dt="2024-11-04T07:37:02.612" v="54" actId="2711"/>
          <ac:spMkLst>
            <pc:docMk/>
            <pc:sldMk cId="3014045597" sldId="261"/>
            <ac:spMk id="2" creationId="{E9196F42-6A8B-D6EF-A16E-21400295C57F}"/>
          </ac:spMkLst>
        </pc:spChg>
        <pc:spChg chg="mod">
          <ac:chgData name="Vignesh K" userId="b275d7bc3a496e69" providerId="LiveId" clId="{057ACC6E-33B5-403E-A3CE-4EA5EEE4391F}" dt="2024-11-04T07:37:02.612" v="54" actId="2711"/>
          <ac:spMkLst>
            <pc:docMk/>
            <pc:sldMk cId="3014045597" sldId="261"/>
            <ac:spMk id="3" creationId="{DDEA830C-3B13-7B30-5CF5-DB68CA31CF54}"/>
          </ac:spMkLst>
        </pc:spChg>
      </pc:sldChg>
      <pc:sldChg chg="modSp">
        <pc:chgData name="Vignesh K" userId="b275d7bc3a496e69" providerId="LiveId" clId="{057ACC6E-33B5-403E-A3CE-4EA5EEE4391F}" dt="2024-11-04T07:37:07.357" v="55" actId="2711"/>
        <pc:sldMkLst>
          <pc:docMk/>
          <pc:sldMk cId="1908277271" sldId="262"/>
        </pc:sldMkLst>
        <pc:spChg chg="mod">
          <ac:chgData name="Vignesh K" userId="b275d7bc3a496e69" providerId="LiveId" clId="{057ACC6E-33B5-403E-A3CE-4EA5EEE4391F}" dt="2024-11-04T07:37:07.357" v="55" actId="2711"/>
          <ac:spMkLst>
            <pc:docMk/>
            <pc:sldMk cId="1908277271" sldId="262"/>
            <ac:spMk id="2" creationId="{6B26D56F-A9A6-F145-AFDB-C49B9E5E86CD}"/>
          </ac:spMkLst>
        </pc:spChg>
        <pc:spChg chg="mod">
          <ac:chgData name="Vignesh K" userId="b275d7bc3a496e69" providerId="LiveId" clId="{057ACC6E-33B5-403E-A3CE-4EA5EEE4391F}" dt="2024-11-04T07:37:07.357" v="55" actId="2711"/>
          <ac:spMkLst>
            <pc:docMk/>
            <pc:sldMk cId="1908277271" sldId="262"/>
            <ac:spMk id="3" creationId="{3C0B3AE7-4A26-5303-99BE-C3B0A7965E73}"/>
          </ac:spMkLst>
        </pc:spChg>
        <pc:spChg chg="mod">
          <ac:chgData name="Vignesh K" userId="b275d7bc3a496e69" providerId="LiveId" clId="{057ACC6E-33B5-403E-A3CE-4EA5EEE4391F}" dt="2024-11-04T07:37:07.357" v="55" actId="2711"/>
          <ac:spMkLst>
            <pc:docMk/>
            <pc:sldMk cId="1908277271" sldId="262"/>
            <ac:spMk id="17" creationId="{3346177D-ADC4-4968-B747-5CFCD390B5B9}"/>
          </ac:spMkLst>
        </pc:spChg>
        <pc:spChg chg="mod">
          <ac:chgData name="Vignesh K" userId="b275d7bc3a496e69" providerId="LiveId" clId="{057ACC6E-33B5-403E-A3CE-4EA5EEE4391F}" dt="2024-11-04T07:37:07.357" v="55" actId="2711"/>
          <ac:spMkLst>
            <pc:docMk/>
            <pc:sldMk cId="1908277271" sldId="262"/>
            <ac:spMk id="19" creationId="{0844A943-BF79-4FEA-ABB1-3BD54D236606}"/>
          </ac:spMkLst>
        </pc:spChg>
        <pc:spChg chg="mod">
          <ac:chgData name="Vignesh K" userId="b275d7bc3a496e69" providerId="LiveId" clId="{057ACC6E-33B5-403E-A3CE-4EA5EEE4391F}" dt="2024-11-04T07:37:07.357" v="55" actId="2711"/>
          <ac:spMkLst>
            <pc:docMk/>
            <pc:sldMk cId="1908277271" sldId="262"/>
            <ac:spMk id="21" creationId="{6437CC72-F4A8-4DC3-AFAB-D22C482C8100}"/>
          </ac:spMkLst>
        </pc:spChg>
        <pc:picChg chg="mod">
          <ac:chgData name="Vignesh K" userId="b275d7bc3a496e69" providerId="LiveId" clId="{057ACC6E-33B5-403E-A3CE-4EA5EEE4391F}" dt="2024-11-04T07:37:07.357" v="55" actId="2711"/>
          <ac:picMkLst>
            <pc:docMk/>
            <pc:sldMk cId="1908277271" sldId="262"/>
            <ac:picMk id="7" creationId="{4CED2647-C93C-5BDD-F278-95A4022019E5}"/>
          </ac:picMkLst>
        </pc:picChg>
      </pc:sldChg>
      <pc:sldChg chg="modSp mod">
        <pc:chgData name="Vignesh K" userId="b275d7bc3a496e69" providerId="LiveId" clId="{057ACC6E-33B5-403E-A3CE-4EA5EEE4391F}" dt="2024-11-04T07:37:12.503" v="56" actId="2711"/>
        <pc:sldMkLst>
          <pc:docMk/>
          <pc:sldMk cId="1767301932" sldId="263"/>
        </pc:sldMkLst>
        <pc:spChg chg="mod">
          <ac:chgData name="Vignesh K" userId="b275d7bc3a496e69" providerId="LiveId" clId="{057ACC6E-33B5-403E-A3CE-4EA5EEE4391F}" dt="2024-11-04T07:37:12.503" v="56" actId="2711"/>
          <ac:spMkLst>
            <pc:docMk/>
            <pc:sldMk cId="1767301932" sldId="263"/>
            <ac:spMk id="2" creationId="{23FD3776-8F60-A2DA-706F-C962E46EC599}"/>
          </ac:spMkLst>
        </pc:spChg>
        <pc:spChg chg="mod">
          <ac:chgData name="Vignesh K" userId="b275d7bc3a496e69" providerId="LiveId" clId="{057ACC6E-33B5-403E-A3CE-4EA5EEE4391F}" dt="2024-11-04T07:37:12.503" v="56" actId="2711"/>
          <ac:spMkLst>
            <pc:docMk/>
            <pc:sldMk cId="1767301932" sldId="263"/>
            <ac:spMk id="3" creationId="{BDAE679E-1C71-B2C4-5743-7688ACA44BD1}"/>
          </ac:spMkLst>
        </pc:spChg>
      </pc:sldChg>
      <pc:sldChg chg="modSp mod">
        <pc:chgData name="Vignesh K" userId="b275d7bc3a496e69" providerId="LiveId" clId="{057ACC6E-33B5-403E-A3CE-4EA5EEE4391F}" dt="2024-11-04T07:37:17.754" v="57" actId="2711"/>
        <pc:sldMkLst>
          <pc:docMk/>
          <pc:sldMk cId="2167727593" sldId="264"/>
        </pc:sldMkLst>
        <pc:spChg chg="mod">
          <ac:chgData name="Vignesh K" userId="b275d7bc3a496e69" providerId="LiveId" clId="{057ACC6E-33B5-403E-A3CE-4EA5EEE4391F}" dt="2024-11-04T07:37:17.754" v="57" actId="2711"/>
          <ac:spMkLst>
            <pc:docMk/>
            <pc:sldMk cId="2167727593" sldId="264"/>
            <ac:spMk id="2" creationId="{0F6FFC0B-95E4-CF4A-9A42-6CEBED11F269}"/>
          </ac:spMkLst>
        </pc:spChg>
        <pc:spChg chg="mod">
          <ac:chgData name="Vignesh K" userId="b275d7bc3a496e69" providerId="LiveId" clId="{057ACC6E-33B5-403E-A3CE-4EA5EEE4391F}" dt="2024-11-04T07:37:17.754" v="57" actId="2711"/>
          <ac:spMkLst>
            <pc:docMk/>
            <pc:sldMk cId="2167727593" sldId="264"/>
            <ac:spMk id="3" creationId="{AEC78BDE-67FF-7943-7766-9FB2E65791F2}"/>
          </ac:spMkLst>
        </pc:spChg>
      </pc:sldChg>
      <pc:sldChg chg="modSp mod">
        <pc:chgData name="Vignesh K" userId="b275d7bc3a496e69" providerId="LiveId" clId="{057ACC6E-33B5-403E-A3CE-4EA5EEE4391F}" dt="2024-11-04T07:37:25.489" v="58" actId="2711"/>
        <pc:sldMkLst>
          <pc:docMk/>
          <pc:sldMk cId="1256587080" sldId="265"/>
        </pc:sldMkLst>
        <pc:spChg chg="mod">
          <ac:chgData name="Vignesh K" userId="b275d7bc3a496e69" providerId="LiveId" clId="{057ACC6E-33B5-403E-A3CE-4EA5EEE4391F}" dt="2024-11-04T07:37:25.489" v="58" actId="2711"/>
          <ac:spMkLst>
            <pc:docMk/>
            <pc:sldMk cId="1256587080" sldId="265"/>
            <ac:spMk id="2" creationId="{FC3B9217-2492-69E6-EFAA-8DA0BA9EA28B}"/>
          </ac:spMkLst>
        </pc:spChg>
        <pc:spChg chg="mod">
          <ac:chgData name="Vignesh K" userId="b275d7bc3a496e69" providerId="LiveId" clId="{057ACC6E-33B5-403E-A3CE-4EA5EEE4391F}" dt="2024-11-04T07:37:25.489" v="58" actId="2711"/>
          <ac:spMkLst>
            <pc:docMk/>
            <pc:sldMk cId="1256587080" sldId="265"/>
            <ac:spMk id="3" creationId="{4A2EC084-E47C-8917-33DA-83500AB5CABC}"/>
          </ac:spMkLst>
        </pc:spChg>
        <pc:spChg chg="mod">
          <ac:chgData name="Vignesh K" userId="b275d7bc3a496e69" providerId="LiveId" clId="{057ACC6E-33B5-403E-A3CE-4EA5EEE4391F}" dt="2024-11-04T07:37:25.489" v="58" actId="2711"/>
          <ac:spMkLst>
            <pc:docMk/>
            <pc:sldMk cId="1256587080" sldId="265"/>
            <ac:spMk id="29" creationId="{1B15ED52-F352-441B-82BF-E0EA34836D08}"/>
          </ac:spMkLst>
        </pc:spChg>
        <pc:spChg chg="mod">
          <ac:chgData name="Vignesh K" userId="b275d7bc3a496e69" providerId="LiveId" clId="{057ACC6E-33B5-403E-A3CE-4EA5EEE4391F}" dt="2024-11-04T07:37:25.489" v="58" actId="2711"/>
          <ac:spMkLst>
            <pc:docMk/>
            <pc:sldMk cId="1256587080" sldId="265"/>
            <ac:spMk id="30" creationId="{61707E60-CEC9-4661-AA82-69242EB4BDC3}"/>
          </ac:spMkLst>
        </pc:spChg>
        <pc:spChg chg="mod">
          <ac:chgData name="Vignesh K" userId="b275d7bc3a496e69" providerId="LiveId" clId="{057ACC6E-33B5-403E-A3CE-4EA5EEE4391F}" dt="2024-11-04T07:37:25.489" v="58" actId="2711"/>
          <ac:spMkLst>
            <pc:docMk/>
            <pc:sldMk cId="1256587080" sldId="265"/>
            <ac:spMk id="31" creationId="{8F035CD8-AE30-4146-96F2-036B0CE5E4F3}"/>
          </ac:spMkLst>
        </pc:spChg>
        <pc:picChg chg="mod">
          <ac:chgData name="Vignesh K" userId="b275d7bc3a496e69" providerId="LiveId" clId="{057ACC6E-33B5-403E-A3CE-4EA5EEE4391F}" dt="2024-11-04T07:37:25.489" v="58" actId="2711"/>
          <ac:picMkLst>
            <pc:docMk/>
            <pc:sldMk cId="1256587080" sldId="265"/>
            <ac:picMk id="15" creationId="{D22468CE-617F-8EDA-F269-2F7D503FCA74}"/>
          </ac:picMkLst>
        </pc:picChg>
      </pc:sldChg>
      <pc:sldChg chg="modSp mod">
        <pc:chgData name="Vignesh K" userId="b275d7bc3a496e69" providerId="LiveId" clId="{057ACC6E-33B5-403E-A3CE-4EA5EEE4391F}" dt="2024-11-04T07:37:30.359" v="59" actId="2711"/>
        <pc:sldMkLst>
          <pc:docMk/>
          <pc:sldMk cId="2534903823" sldId="266"/>
        </pc:sldMkLst>
        <pc:spChg chg="mod">
          <ac:chgData name="Vignesh K" userId="b275d7bc3a496e69" providerId="LiveId" clId="{057ACC6E-33B5-403E-A3CE-4EA5EEE4391F}" dt="2024-11-04T07:37:30.359" v="59" actId="2711"/>
          <ac:spMkLst>
            <pc:docMk/>
            <pc:sldMk cId="2534903823" sldId="266"/>
            <ac:spMk id="2" creationId="{3B52685A-3FA5-2496-D784-5D376676F924}"/>
          </ac:spMkLst>
        </pc:spChg>
        <pc:spChg chg="mod">
          <ac:chgData name="Vignesh K" userId="b275d7bc3a496e69" providerId="LiveId" clId="{057ACC6E-33B5-403E-A3CE-4EA5EEE4391F}" dt="2024-11-04T07:37:30.359" v="59" actId="2711"/>
          <ac:spMkLst>
            <pc:docMk/>
            <pc:sldMk cId="2534903823" sldId="266"/>
            <ac:spMk id="3" creationId="{A9445190-3AE7-39FA-69B5-23F45F857E68}"/>
          </ac:spMkLst>
        </pc:spChg>
        <pc:spChg chg="mod">
          <ac:chgData name="Vignesh K" userId="b275d7bc3a496e69" providerId="LiveId" clId="{057ACC6E-33B5-403E-A3CE-4EA5EEE4391F}" dt="2024-11-04T07:37:30.359" v="59" actId="2711"/>
          <ac:spMkLst>
            <pc:docMk/>
            <pc:sldMk cId="2534903823" sldId="266"/>
            <ac:spMk id="30" creationId="{180A60EC-72BB-121F-556A-E2837FD99A87}"/>
          </ac:spMkLst>
        </pc:spChg>
        <pc:spChg chg="mod">
          <ac:chgData name="Vignesh K" userId="b275d7bc3a496e69" providerId="LiveId" clId="{057ACC6E-33B5-403E-A3CE-4EA5EEE4391F}" dt="2024-11-04T07:37:30.359" v="59" actId="2711"/>
          <ac:spMkLst>
            <pc:docMk/>
            <pc:sldMk cId="2534903823" sldId="266"/>
            <ac:spMk id="35" creationId="{F91A2FAE-D41C-FF5D-B0A0-7808248EDC94}"/>
          </ac:spMkLst>
        </pc:spChg>
      </pc:sldChg>
      <pc:sldChg chg="modSp mod">
        <pc:chgData name="Vignesh K" userId="b275d7bc3a496e69" providerId="LiveId" clId="{057ACC6E-33B5-403E-A3CE-4EA5EEE4391F}" dt="2024-11-04T07:37:36.304" v="60" actId="2711"/>
        <pc:sldMkLst>
          <pc:docMk/>
          <pc:sldMk cId="1327207789" sldId="267"/>
        </pc:sldMkLst>
        <pc:spChg chg="mod">
          <ac:chgData name="Vignesh K" userId="b275d7bc3a496e69" providerId="LiveId" clId="{057ACC6E-33B5-403E-A3CE-4EA5EEE4391F}" dt="2024-11-04T07:37:36.304" v="60" actId="2711"/>
          <ac:spMkLst>
            <pc:docMk/>
            <pc:sldMk cId="1327207789" sldId="267"/>
            <ac:spMk id="2" creationId="{98EB7B11-4FCC-46F3-B13B-27D3952EFCCD}"/>
          </ac:spMkLst>
        </pc:spChg>
        <pc:spChg chg="mod">
          <ac:chgData name="Vignesh K" userId="b275d7bc3a496e69" providerId="LiveId" clId="{057ACC6E-33B5-403E-A3CE-4EA5EEE4391F}" dt="2024-11-04T07:37:36.304" v="60" actId="2711"/>
          <ac:spMkLst>
            <pc:docMk/>
            <pc:sldMk cId="1327207789" sldId="267"/>
            <ac:spMk id="3" creationId="{01F2D9CF-D9B3-AF7C-EBAF-229C945CC20C}"/>
          </ac:spMkLst>
        </pc:spChg>
      </pc:sldChg>
      <pc:sldMasterChg chg="modSldLayout">
        <pc:chgData name="Vignesh K" userId="b275d7bc3a496e69" providerId="LiveId" clId="{057ACC6E-33B5-403E-A3CE-4EA5EEE4391F}" dt="2024-11-04T07:31:13.466" v="1" actId="2711"/>
        <pc:sldMasterMkLst>
          <pc:docMk/>
          <pc:sldMasterMk cId="2460954070" sldId="2147483660"/>
        </pc:sldMasterMkLst>
        <pc:sldLayoutChg chg="modSp">
          <pc:chgData name="Vignesh K" userId="b275d7bc3a496e69" providerId="LiveId" clId="{057ACC6E-33B5-403E-A3CE-4EA5EEE4391F}" dt="2024-11-04T07:31:13.466" v="1" actId="2711"/>
          <pc:sldLayoutMkLst>
            <pc:docMk/>
            <pc:sldMasterMk cId="2460954070" sldId="2147483660"/>
            <pc:sldLayoutMk cId="949138452" sldId="2147483662"/>
          </pc:sldLayoutMkLst>
          <pc:spChg chg="mod">
            <ac:chgData name="Vignesh K" userId="b275d7bc3a496e69" providerId="LiveId" clId="{057ACC6E-33B5-403E-A3CE-4EA5EEE4391F}" dt="2024-11-04T07:31:13.466" v="1" actId="2711"/>
            <ac:spMkLst>
              <pc:docMk/>
              <pc:sldMasterMk cId="2460954070" sldId="2147483660"/>
              <pc:sldLayoutMk cId="949138452" sldId="2147483662"/>
              <ac:spMk id="3" creationId="{00000000-0000-0000-0000-000000000000}"/>
            </ac:spMkLst>
          </pc:spChg>
        </pc:sldLayoutChg>
      </pc:sldMasterChg>
      <pc:sldMasterChg chg="modSp new mod addSldLayout">
        <pc:chgData name="Vignesh K" userId="b275d7bc3a496e69" providerId="LiveId" clId="{057ACC6E-33B5-403E-A3CE-4EA5EEE4391F}" dt="2024-11-04T07:36:09.100" v="50" actId="2711"/>
        <pc:sldMasterMkLst>
          <pc:docMk/>
          <pc:sldMasterMk cId="4289296870" sldId="2147483672"/>
        </pc:sldMasterMkLst>
        <pc:spChg chg="mod">
          <ac:chgData name="Vignesh K" userId="b275d7bc3a496e69" providerId="LiveId" clId="{057ACC6E-33B5-403E-A3CE-4EA5EEE4391F}" dt="2024-11-04T07:36:09.100" v="50" actId="2711"/>
          <ac:spMkLst>
            <pc:docMk/>
            <pc:sldMasterMk cId="4289296870" sldId="2147483672"/>
            <ac:spMk id="3" creationId="{4BF33CDD-B6EC-A1E2-7C42-51F7BEC19C4E}"/>
          </ac:spMkLst>
        </pc:spChg>
        <pc:sldLayoutChg chg="new replId">
          <pc:chgData name="Vignesh K" userId="b275d7bc3a496e69" providerId="LiveId" clId="{057ACC6E-33B5-403E-A3CE-4EA5EEE4391F}" dt="2024-11-04T07:35:30.506" v="46" actId="6938"/>
          <pc:sldLayoutMkLst>
            <pc:docMk/>
            <pc:sldMasterMk cId="4289296870" sldId="2147483672"/>
            <pc:sldLayoutMk cId="3164521300" sldId="2147483673"/>
          </pc:sldLayoutMkLst>
        </pc:sldLayoutChg>
        <pc:sldLayoutChg chg="new replId">
          <pc:chgData name="Vignesh K" userId="b275d7bc3a496e69" providerId="LiveId" clId="{057ACC6E-33B5-403E-A3CE-4EA5EEE4391F}" dt="2024-11-04T07:35:30.506" v="46" actId="6938"/>
          <pc:sldLayoutMkLst>
            <pc:docMk/>
            <pc:sldMasterMk cId="4289296870" sldId="2147483672"/>
            <pc:sldLayoutMk cId="4187339334" sldId="2147483674"/>
          </pc:sldLayoutMkLst>
        </pc:sldLayoutChg>
        <pc:sldLayoutChg chg="new replId">
          <pc:chgData name="Vignesh K" userId="b275d7bc3a496e69" providerId="LiveId" clId="{057ACC6E-33B5-403E-A3CE-4EA5EEE4391F}" dt="2024-11-04T07:35:30.506" v="46" actId="6938"/>
          <pc:sldLayoutMkLst>
            <pc:docMk/>
            <pc:sldMasterMk cId="4289296870" sldId="2147483672"/>
            <pc:sldLayoutMk cId="705268624" sldId="2147483675"/>
          </pc:sldLayoutMkLst>
        </pc:sldLayoutChg>
        <pc:sldLayoutChg chg="new replId">
          <pc:chgData name="Vignesh K" userId="b275d7bc3a496e69" providerId="LiveId" clId="{057ACC6E-33B5-403E-A3CE-4EA5EEE4391F}" dt="2024-11-04T07:35:30.506" v="46" actId="6938"/>
          <pc:sldLayoutMkLst>
            <pc:docMk/>
            <pc:sldMasterMk cId="4289296870" sldId="2147483672"/>
            <pc:sldLayoutMk cId="1144531539" sldId="2147483676"/>
          </pc:sldLayoutMkLst>
        </pc:sldLayoutChg>
        <pc:sldLayoutChg chg="new replId">
          <pc:chgData name="Vignesh K" userId="b275d7bc3a496e69" providerId="LiveId" clId="{057ACC6E-33B5-403E-A3CE-4EA5EEE4391F}" dt="2024-11-04T07:35:30.506" v="46" actId="6938"/>
          <pc:sldLayoutMkLst>
            <pc:docMk/>
            <pc:sldMasterMk cId="4289296870" sldId="2147483672"/>
            <pc:sldLayoutMk cId="3998062421" sldId="2147483677"/>
          </pc:sldLayoutMkLst>
        </pc:sldLayoutChg>
        <pc:sldLayoutChg chg="new replId">
          <pc:chgData name="Vignesh K" userId="b275d7bc3a496e69" providerId="LiveId" clId="{057ACC6E-33B5-403E-A3CE-4EA5EEE4391F}" dt="2024-11-04T07:35:30.506" v="46" actId="6938"/>
          <pc:sldLayoutMkLst>
            <pc:docMk/>
            <pc:sldMasterMk cId="4289296870" sldId="2147483672"/>
            <pc:sldLayoutMk cId="124717567" sldId="2147483678"/>
          </pc:sldLayoutMkLst>
        </pc:sldLayoutChg>
        <pc:sldLayoutChg chg="new replId">
          <pc:chgData name="Vignesh K" userId="b275d7bc3a496e69" providerId="LiveId" clId="{057ACC6E-33B5-403E-A3CE-4EA5EEE4391F}" dt="2024-11-04T07:35:30.506" v="46" actId="6938"/>
          <pc:sldLayoutMkLst>
            <pc:docMk/>
            <pc:sldMasterMk cId="4289296870" sldId="2147483672"/>
            <pc:sldLayoutMk cId="1898175014" sldId="2147483679"/>
          </pc:sldLayoutMkLst>
        </pc:sldLayoutChg>
        <pc:sldLayoutChg chg="new replId">
          <pc:chgData name="Vignesh K" userId="b275d7bc3a496e69" providerId="LiveId" clId="{057ACC6E-33B5-403E-A3CE-4EA5EEE4391F}" dt="2024-11-04T07:35:30.506" v="46" actId="6938"/>
          <pc:sldLayoutMkLst>
            <pc:docMk/>
            <pc:sldMasterMk cId="4289296870" sldId="2147483672"/>
            <pc:sldLayoutMk cId="646276968" sldId="2147483680"/>
          </pc:sldLayoutMkLst>
        </pc:sldLayoutChg>
        <pc:sldLayoutChg chg="new replId">
          <pc:chgData name="Vignesh K" userId="b275d7bc3a496e69" providerId="LiveId" clId="{057ACC6E-33B5-403E-A3CE-4EA5EEE4391F}" dt="2024-11-04T07:35:30.506" v="46" actId="6938"/>
          <pc:sldLayoutMkLst>
            <pc:docMk/>
            <pc:sldMasterMk cId="4289296870" sldId="2147483672"/>
            <pc:sldLayoutMk cId="1604512710" sldId="2147483681"/>
          </pc:sldLayoutMkLst>
        </pc:sldLayoutChg>
        <pc:sldLayoutChg chg="new replId">
          <pc:chgData name="Vignesh K" userId="b275d7bc3a496e69" providerId="LiveId" clId="{057ACC6E-33B5-403E-A3CE-4EA5EEE4391F}" dt="2024-11-04T07:35:30.506" v="46" actId="6938"/>
          <pc:sldLayoutMkLst>
            <pc:docMk/>
            <pc:sldMasterMk cId="4289296870" sldId="2147483672"/>
            <pc:sldLayoutMk cId="2544615570" sldId="2147483682"/>
          </pc:sldLayoutMkLst>
        </pc:sldLayoutChg>
        <pc:sldLayoutChg chg="new replId">
          <pc:chgData name="Vignesh K" userId="b275d7bc3a496e69" providerId="LiveId" clId="{057ACC6E-33B5-403E-A3CE-4EA5EEE4391F}" dt="2024-11-04T07:35:30.506" v="46" actId="6938"/>
          <pc:sldLayoutMkLst>
            <pc:docMk/>
            <pc:sldMasterMk cId="4289296870" sldId="2147483672"/>
            <pc:sldLayoutMk cId="1588550791" sldId="2147483683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690067-BE8B-4E2A-93C2-059389165EDD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A21260A-545B-4C13-AC64-26538E51AA37}">
      <dgm:prSet/>
      <dgm:spPr/>
      <dgm:t>
        <a:bodyPr/>
        <a:lstStyle/>
        <a:p>
          <a:r>
            <a:rPr lang="en-US" b="1"/>
            <a:t>Problem Statement:</a:t>
          </a:r>
          <a:endParaRPr lang="en-US"/>
        </a:p>
      </dgm:t>
    </dgm:pt>
    <dgm:pt modelId="{22CCDF52-F859-4902-941B-D5C8AA5352D7}" type="parTrans" cxnId="{24C81FAB-9314-4D57-9E68-989B3A005F84}">
      <dgm:prSet/>
      <dgm:spPr/>
      <dgm:t>
        <a:bodyPr/>
        <a:lstStyle/>
        <a:p>
          <a:endParaRPr lang="en-US"/>
        </a:p>
      </dgm:t>
    </dgm:pt>
    <dgm:pt modelId="{4C4EDFD0-E7DD-4D37-AC0D-A9DD6BC95C5E}" type="sibTrans" cxnId="{24C81FAB-9314-4D57-9E68-989B3A005F84}">
      <dgm:prSet/>
      <dgm:spPr/>
      <dgm:t>
        <a:bodyPr/>
        <a:lstStyle/>
        <a:p>
          <a:endParaRPr lang="en-US"/>
        </a:p>
      </dgm:t>
    </dgm:pt>
    <dgm:pt modelId="{5DFAFC4A-4731-47B1-83D6-4BD8D1879439}">
      <dgm:prSet/>
      <dgm:spPr/>
      <dgm:t>
        <a:bodyPr/>
        <a:lstStyle/>
        <a:p>
          <a:r>
            <a:rPr lang="en-US" dirty="0"/>
            <a:t>Limited access to affordable, functional Prosthetic arms in India, with existing options priced from Rs. 10 to 40 lakhs.</a:t>
          </a:r>
        </a:p>
      </dgm:t>
    </dgm:pt>
    <dgm:pt modelId="{8A11E1BF-5A2D-4320-BE7A-994EEE9F4BDE}" type="parTrans" cxnId="{65A70D4D-CAE2-41E3-85E6-88A4610A4DCA}">
      <dgm:prSet/>
      <dgm:spPr/>
      <dgm:t>
        <a:bodyPr/>
        <a:lstStyle/>
        <a:p>
          <a:endParaRPr lang="en-US"/>
        </a:p>
      </dgm:t>
    </dgm:pt>
    <dgm:pt modelId="{1773E83B-25C3-4A7A-B9E3-39B6D2E7885A}" type="sibTrans" cxnId="{65A70D4D-CAE2-41E3-85E6-88A4610A4DCA}">
      <dgm:prSet/>
      <dgm:spPr/>
      <dgm:t>
        <a:bodyPr/>
        <a:lstStyle/>
        <a:p>
          <a:endParaRPr lang="en-US"/>
        </a:p>
      </dgm:t>
    </dgm:pt>
    <dgm:pt modelId="{7E845D97-CA69-43A4-95ED-5E513F3C4827}">
      <dgm:prSet/>
      <dgm:spPr/>
      <dgm:t>
        <a:bodyPr/>
        <a:lstStyle/>
        <a:p>
          <a:r>
            <a:rPr lang="en-US" b="1"/>
            <a:t>Opportunity:</a:t>
          </a:r>
          <a:endParaRPr lang="en-US"/>
        </a:p>
      </dgm:t>
    </dgm:pt>
    <dgm:pt modelId="{1FFCA656-B009-4341-94BB-397BA824AD42}" type="parTrans" cxnId="{09284030-C875-4B55-AA6A-CF8E357E1CFC}">
      <dgm:prSet/>
      <dgm:spPr/>
      <dgm:t>
        <a:bodyPr/>
        <a:lstStyle/>
        <a:p>
          <a:endParaRPr lang="en-US"/>
        </a:p>
      </dgm:t>
    </dgm:pt>
    <dgm:pt modelId="{BDF1017E-C243-4C9C-A877-8FA22743D039}" type="sibTrans" cxnId="{09284030-C875-4B55-AA6A-CF8E357E1CFC}">
      <dgm:prSet/>
      <dgm:spPr/>
      <dgm:t>
        <a:bodyPr/>
        <a:lstStyle/>
        <a:p>
          <a:endParaRPr lang="en-US"/>
        </a:p>
      </dgm:t>
    </dgm:pt>
    <dgm:pt modelId="{1F71E73F-F56B-4896-8533-D9604EBDD4F5}">
      <dgm:prSet/>
      <dgm:spPr/>
      <dgm:t>
        <a:bodyPr/>
        <a:lstStyle/>
        <a:p>
          <a:r>
            <a:rPr lang="en-US"/>
            <a:t>High demand for affordable, EMG-controlled prosthetics tailored to individual needs.</a:t>
          </a:r>
        </a:p>
      </dgm:t>
    </dgm:pt>
    <dgm:pt modelId="{42A63EAB-369D-4AF8-A4AD-3E4CE17DD384}" type="parTrans" cxnId="{8138158B-0450-4FFA-8CCA-6A0C9EBAC949}">
      <dgm:prSet/>
      <dgm:spPr/>
      <dgm:t>
        <a:bodyPr/>
        <a:lstStyle/>
        <a:p>
          <a:endParaRPr lang="en-US"/>
        </a:p>
      </dgm:t>
    </dgm:pt>
    <dgm:pt modelId="{C10C7BCF-89DF-4A3A-B75A-8C5549A3390C}" type="sibTrans" cxnId="{8138158B-0450-4FFA-8CCA-6A0C9EBAC949}">
      <dgm:prSet/>
      <dgm:spPr/>
      <dgm:t>
        <a:bodyPr/>
        <a:lstStyle/>
        <a:p>
          <a:endParaRPr lang="en-US"/>
        </a:p>
      </dgm:t>
    </dgm:pt>
    <dgm:pt modelId="{E9FE930D-0DA5-4028-924F-745C3A830B43}" type="pres">
      <dgm:prSet presAssocID="{1D690067-BE8B-4E2A-93C2-059389165EDD}" presName="linear" presStyleCnt="0">
        <dgm:presLayoutVars>
          <dgm:dir/>
          <dgm:animLvl val="lvl"/>
          <dgm:resizeHandles val="exact"/>
        </dgm:presLayoutVars>
      </dgm:prSet>
      <dgm:spPr/>
    </dgm:pt>
    <dgm:pt modelId="{F4EF9B07-0FC6-404F-A3DB-8AC9A52F7D3A}" type="pres">
      <dgm:prSet presAssocID="{4A21260A-545B-4C13-AC64-26538E51AA37}" presName="parentLin" presStyleCnt="0"/>
      <dgm:spPr/>
    </dgm:pt>
    <dgm:pt modelId="{D4391BFD-695B-4E07-93B8-E529B3BAAFC4}" type="pres">
      <dgm:prSet presAssocID="{4A21260A-545B-4C13-AC64-26538E51AA37}" presName="parentLeftMargin" presStyleLbl="node1" presStyleIdx="0" presStyleCnt="2"/>
      <dgm:spPr/>
    </dgm:pt>
    <dgm:pt modelId="{5BAD0F40-51B3-439C-BC97-922166A01081}" type="pres">
      <dgm:prSet presAssocID="{4A21260A-545B-4C13-AC64-26538E51AA3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E46FDF3-1078-447C-9D4C-45CD330B52B0}" type="pres">
      <dgm:prSet presAssocID="{4A21260A-545B-4C13-AC64-26538E51AA37}" presName="negativeSpace" presStyleCnt="0"/>
      <dgm:spPr/>
    </dgm:pt>
    <dgm:pt modelId="{9D35903B-3C53-4170-A579-AA22618A2821}" type="pres">
      <dgm:prSet presAssocID="{4A21260A-545B-4C13-AC64-26538E51AA37}" presName="childText" presStyleLbl="conFgAcc1" presStyleIdx="0" presStyleCnt="2">
        <dgm:presLayoutVars>
          <dgm:bulletEnabled val="1"/>
        </dgm:presLayoutVars>
      </dgm:prSet>
      <dgm:spPr/>
    </dgm:pt>
    <dgm:pt modelId="{80529295-1E55-4AB5-849D-EEADE9FAA5CD}" type="pres">
      <dgm:prSet presAssocID="{4C4EDFD0-E7DD-4D37-AC0D-A9DD6BC95C5E}" presName="spaceBetweenRectangles" presStyleCnt="0"/>
      <dgm:spPr/>
    </dgm:pt>
    <dgm:pt modelId="{892FADB3-23F3-4733-9A0B-3587C4B4A9F4}" type="pres">
      <dgm:prSet presAssocID="{7E845D97-CA69-43A4-95ED-5E513F3C4827}" presName="parentLin" presStyleCnt="0"/>
      <dgm:spPr/>
    </dgm:pt>
    <dgm:pt modelId="{44688092-D138-4498-A8AC-D49086BB36F8}" type="pres">
      <dgm:prSet presAssocID="{7E845D97-CA69-43A4-95ED-5E513F3C4827}" presName="parentLeftMargin" presStyleLbl="node1" presStyleIdx="0" presStyleCnt="2"/>
      <dgm:spPr/>
    </dgm:pt>
    <dgm:pt modelId="{9E23740F-7D18-4F64-AAC8-4440EE1B75B4}" type="pres">
      <dgm:prSet presAssocID="{7E845D97-CA69-43A4-95ED-5E513F3C482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C155EBB-47A9-465F-ADB0-3D9D44B7103B}" type="pres">
      <dgm:prSet presAssocID="{7E845D97-CA69-43A4-95ED-5E513F3C4827}" presName="negativeSpace" presStyleCnt="0"/>
      <dgm:spPr/>
    </dgm:pt>
    <dgm:pt modelId="{0DC2E97E-405F-42DE-8B21-DB4CB806C485}" type="pres">
      <dgm:prSet presAssocID="{7E845D97-CA69-43A4-95ED-5E513F3C482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9284030-C875-4B55-AA6A-CF8E357E1CFC}" srcId="{1D690067-BE8B-4E2A-93C2-059389165EDD}" destId="{7E845D97-CA69-43A4-95ED-5E513F3C4827}" srcOrd="1" destOrd="0" parTransId="{1FFCA656-B009-4341-94BB-397BA824AD42}" sibTransId="{BDF1017E-C243-4C9C-A877-8FA22743D039}"/>
    <dgm:cxn modelId="{6DCBD75E-7613-4C33-9584-ADB1B962A318}" type="presOf" srcId="{7E845D97-CA69-43A4-95ED-5E513F3C4827}" destId="{9E23740F-7D18-4F64-AAC8-4440EE1B75B4}" srcOrd="1" destOrd="0" presId="urn:microsoft.com/office/officeart/2005/8/layout/list1"/>
    <dgm:cxn modelId="{65A70D4D-CAE2-41E3-85E6-88A4610A4DCA}" srcId="{4A21260A-545B-4C13-AC64-26538E51AA37}" destId="{5DFAFC4A-4731-47B1-83D6-4BD8D1879439}" srcOrd="0" destOrd="0" parTransId="{8A11E1BF-5A2D-4320-BE7A-994EEE9F4BDE}" sibTransId="{1773E83B-25C3-4A7A-B9E3-39B6D2E7885A}"/>
    <dgm:cxn modelId="{B4B9E959-63D0-48EF-8523-81D7E32734D7}" type="presOf" srcId="{5DFAFC4A-4731-47B1-83D6-4BD8D1879439}" destId="{9D35903B-3C53-4170-A579-AA22618A2821}" srcOrd="0" destOrd="0" presId="urn:microsoft.com/office/officeart/2005/8/layout/list1"/>
    <dgm:cxn modelId="{58C6F37B-57C5-44FB-8358-6CE385A63D5E}" type="presOf" srcId="{4A21260A-545B-4C13-AC64-26538E51AA37}" destId="{D4391BFD-695B-4E07-93B8-E529B3BAAFC4}" srcOrd="0" destOrd="0" presId="urn:microsoft.com/office/officeart/2005/8/layout/list1"/>
    <dgm:cxn modelId="{8138158B-0450-4FFA-8CCA-6A0C9EBAC949}" srcId="{7E845D97-CA69-43A4-95ED-5E513F3C4827}" destId="{1F71E73F-F56B-4896-8533-D9604EBDD4F5}" srcOrd="0" destOrd="0" parTransId="{42A63EAB-369D-4AF8-A4AD-3E4CE17DD384}" sibTransId="{C10C7BCF-89DF-4A3A-B75A-8C5549A3390C}"/>
    <dgm:cxn modelId="{79800F9D-4670-4177-AC4F-6CA386A2A37A}" type="presOf" srcId="{1D690067-BE8B-4E2A-93C2-059389165EDD}" destId="{E9FE930D-0DA5-4028-924F-745C3A830B43}" srcOrd="0" destOrd="0" presId="urn:microsoft.com/office/officeart/2005/8/layout/list1"/>
    <dgm:cxn modelId="{24C81FAB-9314-4D57-9E68-989B3A005F84}" srcId="{1D690067-BE8B-4E2A-93C2-059389165EDD}" destId="{4A21260A-545B-4C13-AC64-26538E51AA37}" srcOrd="0" destOrd="0" parTransId="{22CCDF52-F859-4902-941B-D5C8AA5352D7}" sibTransId="{4C4EDFD0-E7DD-4D37-AC0D-A9DD6BC95C5E}"/>
    <dgm:cxn modelId="{E293A7D0-FAD2-4881-980D-3B9227F106B5}" type="presOf" srcId="{4A21260A-545B-4C13-AC64-26538E51AA37}" destId="{5BAD0F40-51B3-439C-BC97-922166A01081}" srcOrd="1" destOrd="0" presId="urn:microsoft.com/office/officeart/2005/8/layout/list1"/>
    <dgm:cxn modelId="{FA7F9BEB-3627-4BC5-9301-723D18E1264E}" type="presOf" srcId="{1F71E73F-F56B-4896-8533-D9604EBDD4F5}" destId="{0DC2E97E-405F-42DE-8B21-DB4CB806C485}" srcOrd="0" destOrd="0" presId="urn:microsoft.com/office/officeart/2005/8/layout/list1"/>
    <dgm:cxn modelId="{AF5AFEEE-5B4D-4AF4-9F23-E5935E5333DA}" type="presOf" srcId="{7E845D97-CA69-43A4-95ED-5E513F3C4827}" destId="{44688092-D138-4498-A8AC-D49086BB36F8}" srcOrd="0" destOrd="0" presId="urn:microsoft.com/office/officeart/2005/8/layout/list1"/>
    <dgm:cxn modelId="{00690CD3-CDCB-4A10-831B-F7215EF2741E}" type="presParOf" srcId="{E9FE930D-0DA5-4028-924F-745C3A830B43}" destId="{F4EF9B07-0FC6-404F-A3DB-8AC9A52F7D3A}" srcOrd="0" destOrd="0" presId="urn:microsoft.com/office/officeart/2005/8/layout/list1"/>
    <dgm:cxn modelId="{23E051CB-4ABC-4F9C-95CC-63101F873A2B}" type="presParOf" srcId="{F4EF9B07-0FC6-404F-A3DB-8AC9A52F7D3A}" destId="{D4391BFD-695B-4E07-93B8-E529B3BAAFC4}" srcOrd="0" destOrd="0" presId="urn:microsoft.com/office/officeart/2005/8/layout/list1"/>
    <dgm:cxn modelId="{30661495-58AE-4F75-AD24-E2B829625DB5}" type="presParOf" srcId="{F4EF9B07-0FC6-404F-A3DB-8AC9A52F7D3A}" destId="{5BAD0F40-51B3-439C-BC97-922166A01081}" srcOrd="1" destOrd="0" presId="urn:microsoft.com/office/officeart/2005/8/layout/list1"/>
    <dgm:cxn modelId="{1626424A-A007-4598-81C3-3FD98444B36F}" type="presParOf" srcId="{E9FE930D-0DA5-4028-924F-745C3A830B43}" destId="{EE46FDF3-1078-447C-9D4C-45CD330B52B0}" srcOrd="1" destOrd="0" presId="urn:microsoft.com/office/officeart/2005/8/layout/list1"/>
    <dgm:cxn modelId="{BCFCA329-CB9D-4A41-BEBB-654A2EC367F7}" type="presParOf" srcId="{E9FE930D-0DA5-4028-924F-745C3A830B43}" destId="{9D35903B-3C53-4170-A579-AA22618A2821}" srcOrd="2" destOrd="0" presId="urn:microsoft.com/office/officeart/2005/8/layout/list1"/>
    <dgm:cxn modelId="{66BBF56D-2755-43CB-BD6C-4365E94F3A70}" type="presParOf" srcId="{E9FE930D-0DA5-4028-924F-745C3A830B43}" destId="{80529295-1E55-4AB5-849D-EEADE9FAA5CD}" srcOrd="3" destOrd="0" presId="urn:microsoft.com/office/officeart/2005/8/layout/list1"/>
    <dgm:cxn modelId="{9621F0B8-E9B1-4C9A-AA21-7FCEEE6469F6}" type="presParOf" srcId="{E9FE930D-0DA5-4028-924F-745C3A830B43}" destId="{892FADB3-23F3-4733-9A0B-3587C4B4A9F4}" srcOrd="4" destOrd="0" presId="urn:microsoft.com/office/officeart/2005/8/layout/list1"/>
    <dgm:cxn modelId="{7557367B-AC36-4B87-81B5-131ECB1C3BBE}" type="presParOf" srcId="{892FADB3-23F3-4733-9A0B-3587C4B4A9F4}" destId="{44688092-D138-4498-A8AC-D49086BB36F8}" srcOrd="0" destOrd="0" presId="urn:microsoft.com/office/officeart/2005/8/layout/list1"/>
    <dgm:cxn modelId="{12285092-113F-4686-9682-37B64F281BCB}" type="presParOf" srcId="{892FADB3-23F3-4733-9A0B-3587C4B4A9F4}" destId="{9E23740F-7D18-4F64-AAC8-4440EE1B75B4}" srcOrd="1" destOrd="0" presId="urn:microsoft.com/office/officeart/2005/8/layout/list1"/>
    <dgm:cxn modelId="{901ED5F5-8C2B-42D3-A8B0-62F9231AE40F}" type="presParOf" srcId="{E9FE930D-0DA5-4028-924F-745C3A830B43}" destId="{8C155EBB-47A9-465F-ADB0-3D9D44B7103B}" srcOrd="5" destOrd="0" presId="urn:microsoft.com/office/officeart/2005/8/layout/list1"/>
    <dgm:cxn modelId="{762628DB-4C87-46A0-B35A-F1BA644CA1D5}" type="presParOf" srcId="{E9FE930D-0DA5-4028-924F-745C3A830B43}" destId="{0DC2E97E-405F-42DE-8B21-DB4CB806C48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5903B-3C53-4170-A579-AA22618A2821}">
      <dsp:nvSpPr>
        <dsp:cNvPr id="0" name=""/>
        <dsp:cNvSpPr/>
      </dsp:nvSpPr>
      <dsp:spPr>
        <a:xfrm>
          <a:off x="0" y="435247"/>
          <a:ext cx="6253721" cy="2211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5358" tIns="562356" rIns="485358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Limited access to affordable, functional Prosthetic arms in India, with existing options priced from Rs. 10 to 40 lakhs.</a:t>
          </a:r>
        </a:p>
      </dsp:txBody>
      <dsp:txXfrm>
        <a:off x="0" y="435247"/>
        <a:ext cx="6253721" cy="2211300"/>
      </dsp:txXfrm>
    </dsp:sp>
    <dsp:sp modelId="{5BAD0F40-51B3-439C-BC97-922166A01081}">
      <dsp:nvSpPr>
        <dsp:cNvPr id="0" name=""/>
        <dsp:cNvSpPr/>
      </dsp:nvSpPr>
      <dsp:spPr>
        <a:xfrm>
          <a:off x="312686" y="36727"/>
          <a:ext cx="4377605" cy="7970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463" tIns="0" rIns="16546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Problem Statement:</a:t>
          </a:r>
          <a:endParaRPr lang="en-US" sz="2700" kern="1200"/>
        </a:p>
      </dsp:txBody>
      <dsp:txXfrm>
        <a:off x="351594" y="75635"/>
        <a:ext cx="4299789" cy="719224"/>
      </dsp:txXfrm>
    </dsp:sp>
    <dsp:sp modelId="{0DC2E97E-405F-42DE-8B21-DB4CB806C485}">
      <dsp:nvSpPr>
        <dsp:cNvPr id="0" name=""/>
        <dsp:cNvSpPr/>
      </dsp:nvSpPr>
      <dsp:spPr>
        <a:xfrm>
          <a:off x="0" y="3190867"/>
          <a:ext cx="6253721" cy="18285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5358" tIns="562356" rIns="485358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High demand for affordable, EMG-controlled prosthetics tailored to individual needs.</a:t>
          </a:r>
        </a:p>
      </dsp:txBody>
      <dsp:txXfrm>
        <a:off x="0" y="3190867"/>
        <a:ext cx="6253721" cy="1828575"/>
      </dsp:txXfrm>
    </dsp:sp>
    <dsp:sp modelId="{9E23740F-7D18-4F64-AAC8-4440EE1B75B4}">
      <dsp:nvSpPr>
        <dsp:cNvPr id="0" name=""/>
        <dsp:cNvSpPr/>
      </dsp:nvSpPr>
      <dsp:spPr>
        <a:xfrm>
          <a:off x="312686" y="2792347"/>
          <a:ext cx="4377605" cy="7970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463" tIns="0" rIns="16546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Opportunity:</a:t>
          </a:r>
          <a:endParaRPr lang="en-US" sz="2700" kern="1200"/>
        </a:p>
      </dsp:txBody>
      <dsp:txXfrm>
        <a:off x="351594" y="2831255"/>
        <a:ext cx="4299789" cy="719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21DE0-4029-40FE-B455-2F88DF0605E7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29465-677E-4636-82C5-ABB2FB5E7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577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0FF62-F07A-1D3F-1450-D6A8C4A28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8AFEC-87B6-ADC0-D01D-CB1B07730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D756C-4DE1-A666-76CE-693E9BF00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3B31E-B669-42BC-AE77-FAE06871B003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A643A-3008-6713-E8C9-C16742EE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13EA1-AF3F-99DE-D605-5B8781CE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D4DA7-66BC-4B2D-A3FB-0796D8D6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521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59278-BDB5-D7E8-6C12-F3BE3E8FB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9A275-F5FA-181D-CD9F-A0592D516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185F4-27EF-292E-C46E-616373AA1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3B31E-B669-42BC-AE77-FAE06871B003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69AAA-EBDF-0FD4-0781-E9361DF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0678B-818A-1DAD-EB7C-3348F4E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D4DA7-66BC-4B2D-A3FB-0796D8D6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339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FC4BC-2F0E-736B-580D-C83B44F55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0565F-2D9A-49BE-A9CA-672DA3130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EBBDF-3941-AA83-D5F5-E7490038D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3B31E-B669-42BC-AE77-FAE06871B003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391B2-C6C1-417F-88AB-91D3C75A3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6AAEA-2149-D115-88F1-85FE8F90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D4DA7-66BC-4B2D-A3FB-0796D8D6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268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C576-ABF7-C382-3EFB-EA93113D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B0953-9176-1CD7-E122-1DFA9FCBF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D2B5E-A706-C376-CE10-21C0279A1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77257-C459-6C6D-59FB-1709563A5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3B31E-B669-42BC-AE77-FAE06871B003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3AD7F-9322-3C89-1497-EE653A52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E3DD1-A9F6-314D-961D-26CCAF65E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D4DA7-66BC-4B2D-A3FB-0796D8D6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531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36089-C772-4B3C-7115-551CB6D6B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029F9-921E-D789-1988-70012383E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9B0A8-7221-D137-C9DF-D9CD77AD5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B8359-3513-8452-3EE1-7CB8516DB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93BDA-6516-66FE-EE61-E3CD2FA77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A297D4-6AE8-2639-0843-5189A68AA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3B31E-B669-42BC-AE77-FAE06871B003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5A5966-D995-B2BD-D597-7D133137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37E96C-5DB1-8BC3-B237-0EBEA11D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D4DA7-66BC-4B2D-A3FB-0796D8D6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62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4FBB-AF43-CD40-3177-12660F447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728184-9A09-EB09-7CB6-111106670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3B31E-B669-42BC-AE77-FAE06871B003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0FDE5-596F-D21C-10BF-46D89962D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1BA74-C092-EEF8-7598-CA3C483C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D4DA7-66BC-4B2D-A3FB-0796D8D6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175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FB9A81-FA7F-DDE5-EAD6-E9D35AE36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3B31E-B669-42BC-AE77-FAE06871B003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A9787-26D9-9861-3678-1460BBA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B1703-2366-F171-4836-0F91D8F4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D4DA7-66BC-4B2D-A3FB-0796D8D6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175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B7AD1-D898-CBC6-9977-E8286383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83B7F-B64E-C70B-047A-108898D3A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7954C-7A50-26DC-07D6-900144CC2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BAEAB-5FB8-297A-6B4C-F02B12D48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3B31E-B669-42BC-AE77-FAE06871B003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157F4-417D-F837-FF91-8E5DD693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8A1F7-C8EE-9857-B233-E5BCE6B51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D4DA7-66BC-4B2D-A3FB-0796D8D6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2769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E93EF-4264-FFFC-5296-BFB10FDCB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6207B-EDEE-9D59-12B0-5F8390A1C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40259-3C9D-4003-F6E0-2847477C3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9FE27-9AA8-2E4D-6F2E-D91C47975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3B31E-B669-42BC-AE77-FAE06871B003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C3A96-4BBD-6886-8C9A-EA47E61A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233F7-B025-C579-5E2E-73EC277A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D4DA7-66BC-4B2D-A3FB-0796D8D6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5127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0A776-15BA-DAA8-EDAD-9E0BD7115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4A50F-DE6C-1F0C-7A4A-9A4B3EC72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2662C-B087-7303-93F6-AFB931B4C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3B31E-B669-42BC-AE77-FAE06871B003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A9284-FF35-78DD-FC53-F8938BAC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6186A-D485-1063-E95E-0E39FE43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D4DA7-66BC-4B2D-A3FB-0796D8D6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615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E68970-0748-51FE-4E7A-EB55CCDA8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F2606-F4DC-A9B2-F89A-A1AE56297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0896-12A2-D9CF-2276-031CAF23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3B31E-B669-42BC-AE77-FAE06871B003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2C0D3-0CEE-B52D-15EC-E65256E6F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BE143-777E-EC12-2267-97499EF49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D4DA7-66BC-4B2D-A3FB-0796D8D6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55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3FD20-6D8B-BF6C-0DDB-8D08B4BE1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33CDD-B6EC-A1E2-7C42-51F7BEC19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	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CD019-347C-E6E6-1228-F00186FF1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3B31E-B669-42BC-AE77-FAE06871B003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2BF64-BCFC-7EDF-BB18-E0450E43A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486AF-2AAF-C3F2-92B1-0717297BD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D4DA7-66BC-4B2D-A3FB-0796D8D64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296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2" name="Rectangle 37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4F8DB2-706B-26D9-E78D-83CFD96E3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45" y="411801"/>
            <a:ext cx="4415451" cy="6208957"/>
          </a:xfrm>
        </p:spPr>
        <p:txBody>
          <a:bodyPr anchor="b">
            <a:normAutofit/>
          </a:bodyPr>
          <a:lstStyle/>
          <a:p>
            <a:pPr marL="285750" algn="ctr"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solidFill>
                  <a:srgbClr val="FFFFFF"/>
                </a:solidFill>
                <a:ea typeface="+mj-lt"/>
                <a:cs typeface="+mj-lt"/>
              </a:rPr>
              <a:t>EMG Controlled Prosthetic Arm  – An Affordable Solution for Enhanced Mobility</a:t>
            </a:r>
            <a:endParaRPr lang="en-US" sz="40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680B8-267A-3C4A-009E-F555F6267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GROUP MEMBERS:</a:t>
            </a:r>
            <a:endParaRPr lang="en-US" dirty="0"/>
          </a:p>
          <a:p>
            <a:r>
              <a:rPr lang="en-US" sz="2000" dirty="0">
                <a:ea typeface="+mn-lt"/>
                <a:cs typeface="+mn-lt"/>
              </a:rPr>
              <a:t> 513121106093– SRIDHAR M</a:t>
            </a:r>
          </a:p>
          <a:p>
            <a:r>
              <a:rPr lang="en-US" sz="2000" dirty="0">
                <a:ea typeface="+mn-lt"/>
                <a:cs typeface="+mn-lt"/>
              </a:rPr>
              <a:t> 513121106065 – PARTHIBAN S </a:t>
            </a:r>
          </a:p>
          <a:p>
            <a:r>
              <a:rPr lang="en-US" sz="2000" dirty="0">
                <a:ea typeface="+mn-lt"/>
                <a:cs typeface="+mn-lt"/>
              </a:rPr>
              <a:t>513121106078 – ROHANSHAJ K R </a:t>
            </a:r>
          </a:p>
          <a:p>
            <a:r>
              <a:rPr lang="en-US" sz="2000" dirty="0">
                <a:ea typeface="+mn-lt"/>
                <a:cs typeface="+mn-lt"/>
              </a:rPr>
              <a:t>513121106710 – VIGNESH K </a:t>
            </a:r>
          </a:p>
          <a:p>
            <a:r>
              <a:rPr lang="en-US" sz="2000" dirty="0">
                <a:ea typeface="+mn-lt"/>
                <a:cs typeface="+mn-lt"/>
              </a:rPr>
              <a:t>513121106047 – KEESAR KUMAR 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27867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D46FBD-81B7-A7DB-9E1E-700310836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r>
              <a:rPr lang="en-US" sz="4800" b="1">
                <a:cs typeface="Calibri"/>
              </a:rPr>
              <a:t>Problem Identification</a:t>
            </a:r>
            <a:endParaRPr lang="en-US" sz="4800"/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D13F719A-01E5-AFFE-B2E2-3B63CF4E48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335179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969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3D rendering of a robotic arm with fingers half-curled and the index finger pointing out">
            <a:extLst>
              <a:ext uri="{FF2B5EF4-FFF2-40B4-BE49-F238E27FC236}">
                <a16:creationId xmlns:a16="http://schemas.microsoft.com/office/drawing/2014/main" id="{7583F563-10EA-464C-D7E3-2C77DAA336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80"/>
          <a:stretch/>
        </p:blipFill>
        <p:spPr>
          <a:xfrm>
            <a:off x="3828642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D6F2B-71A4-AF0F-825C-1A40A8D0B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 dirty="0">
                <a:cs typeface="Calibri"/>
              </a:rPr>
              <a:t>Solution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4C4E7-DF91-2806-CCD9-FAFEE3C4E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5273617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EMG-Controlled Prosthetic Arm: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Muscle-based control for intuitive user experience.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Customizable, lightweight design suited for daily use.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A cost-effective alternative for improved user independence and quality of life.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54531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B2010-18BE-6D59-E559-9D7275F2F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>
                <a:cs typeface="Calibri"/>
              </a:rPr>
              <a:t>Market Opportunity</a:t>
            </a:r>
            <a:endParaRPr lang="en-US" sz="400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C893E53-9B7C-E69E-D531-B208639A4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Target Audience:</a:t>
            </a:r>
            <a:r>
              <a:rPr lang="en-US" sz="2000">
                <a:ea typeface="+mn-lt"/>
                <a:cs typeface="+mn-lt"/>
              </a:rPr>
              <a:t> Individuals with limb loss, rehabilitation centers.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Market Size:</a:t>
            </a:r>
            <a:r>
              <a:rPr lang="en-US" sz="2000">
                <a:ea typeface="+mn-lt"/>
                <a:cs typeface="+mn-lt"/>
              </a:rPr>
              <a:t> Expanding prosthetics market in India with untapped demand.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Competitive Advantage:</a:t>
            </a:r>
            <a:r>
              <a:rPr lang="en-US" sz="2000">
                <a:ea typeface="+mn-lt"/>
                <a:cs typeface="+mn-lt"/>
              </a:rPr>
              <a:t> Low-cost, high-functionality EMG-controlled prosthetic.</a:t>
            </a:r>
            <a:endParaRPr lang="en-US" sz="2000"/>
          </a:p>
          <a:p>
            <a:endParaRPr lang="en-US" sz="2000"/>
          </a:p>
        </p:txBody>
      </p:sp>
      <p:pic>
        <p:nvPicPr>
          <p:cNvPr id="16" name="Picture 15" descr="One in a crowd">
            <a:extLst>
              <a:ext uri="{FF2B5EF4-FFF2-40B4-BE49-F238E27FC236}">
                <a16:creationId xmlns:a16="http://schemas.microsoft.com/office/drawing/2014/main" id="{21D5CF88-117A-1A27-0221-ADC0A1CC30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83" r="16574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759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96F42-6A8B-D6EF-A16E-21400295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ea typeface="+mj-lt"/>
                <a:cs typeface="+mj-lt"/>
              </a:rPr>
              <a:t>Business Model</a:t>
            </a:r>
            <a:endParaRPr lang="en-US" sz="4000">
              <a:solidFill>
                <a:schemeClr val="bg1"/>
              </a:solidFill>
            </a:endParaRPr>
          </a:p>
          <a:p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A830C-3B13-7B30-5CF5-DB68CA31C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Canvas Model Highlights:</a:t>
            </a:r>
            <a:endParaRPr lang="en-US" sz="2400" dirty="0"/>
          </a:p>
          <a:p>
            <a:pPr lvl="1"/>
            <a:r>
              <a:rPr lang="en-US" b="1" dirty="0">
                <a:ea typeface="+mn-lt"/>
                <a:cs typeface="+mn-lt"/>
              </a:rPr>
              <a:t>Value Proposition:</a:t>
            </a:r>
            <a:r>
              <a:rPr lang="en-US" dirty="0">
                <a:ea typeface="+mn-lt"/>
                <a:cs typeface="+mn-lt"/>
              </a:rPr>
              <a:t> Accessible, EMG-controlled prosthetic arm at a competitive price.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Revenue Streams:</a:t>
            </a:r>
            <a:r>
              <a:rPr lang="en-US" dirty="0">
                <a:ea typeface="+mn-lt"/>
                <a:cs typeface="+mn-lt"/>
              </a:rPr>
              <a:t> Direct sales, hospital and clinic partnerships.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Key Partners:</a:t>
            </a:r>
            <a:r>
              <a:rPr lang="en-US" dirty="0">
                <a:ea typeface="+mn-lt"/>
                <a:cs typeface="+mn-lt"/>
              </a:rPr>
              <a:t> Medical and rehabilitation centers, prosthetic suppliers.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Customer Segments:</a:t>
            </a:r>
            <a:r>
              <a:rPr lang="en-US" dirty="0">
                <a:ea typeface="+mn-lt"/>
                <a:cs typeface="+mn-lt"/>
              </a:rPr>
              <a:t> Individuals with limb disabilities, healthcare institutions.</a:t>
            </a:r>
            <a:endParaRPr lang="en-US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404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6D56F-A9A6-F145-AFDB-C49B9E5E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 b="1">
                <a:cs typeface="Calibri"/>
              </a:rPr>
              <a:t>Market Research</a:t>
            </a:r>
            <a:endParaRPr lang="en-US" sz="4000"/>
          </a:p>
        </p:txBody>
      </p:sp>
      <p:pic>
        <p:nvPicPr>
          <p:cNvPr id="7" name="Graphic 6" descr="Target Audience">
            <a:extLst>
              <a:ext uri="{FF2B5EF4-FFF2-40B4-BE49-F238E27FC236}">
                <a16:creationId xmlns:a16="http://schemas.microsoft.com/office/drawing/2014/main" id="{4CED2647-C93C-5BDD-F278-95A402201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B3AE7-4A26-5303-99BE-C3B0A7965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Research Insights: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Surveys with target users reveal strong demand.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Competitive Analysis: Limited options in the Indian market for affordable, EMG-controlled prosthetics.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Identified market split between B2B (hospitals, clinics) and B2C (individual users).</a:t>
            </a:r>
            <a:endParaRPr lang="en-US" sz="2000" dirty="0"/>
          </a:p>
          <a:p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77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holding a puzzle piece">
            <a:extLst>
              <a:ext uri="{FF2B5EF4-FFF2-40B4-BE49-F238E27FC236}">
                <a16:creationId xmlns:a16="http://schemas.microsoft.com/office/drawing/2014/main" id="{54099DE6-3C14-DE0F-452B-3D7E105A37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58" r="22995" b="-1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D3776-8F60-A2DA-706F-C962E46EC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b="1">
                <a:cs typeface="Calibri"/>
              </a:rPr>
              <a:t>Marketing, Sales Strategy 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E679E-1C71-B2C4-5743-7688ACA44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Marketing &amp; Sales Strategy:</a:t>
            </a:r>
            <a:endParaRPr lang="en-US" sz="2000"/>
          </a:p>
          <a:p>
            <a:pPr lvl="1"/>
            <a:r>
              <a:rPr lang="en-US" sz="2000" b="1">
                <a:ea typeface="+mn-lt"/>
                <a:cs typeface="+mn-lt"/>
              </a:rPr>
              <a:t>Direct Sales:</a:t>
            </a:r>
            <a:r>
              <a:rPr lang="en-US" sz="2000">
                <a:ea typeface="+mn-lt"/>
                <a:cs typeface="+mn-lt"/>
              </a:rPr>
              <a:t> Targeting individuals, hospitals, and rehabilitation centers.</a:t>
            </a:r>
            <a:endParaRPr lang="en-US" sz="2000"/>
          </a:p>
          <a:p>
            <a:pPr lvl="1"/>
            <a:r>
              <a:rPr lang="en-US" sz="2000" b="1">
                <a:ea typeface="+mn-lt"/>
                <a:cs typeface="+mn-lt"/>
              </a:rPr>
              <a:t>Partnerships:</a:t>
            </a:r>
            <a:r>
              <a:rPr lang="en-US" sz="2000">
                <a:ea typeface="+mn-lt"/>
                <a:cs typeface="+mn-lt"/>
              </a:rPr>
              <a:t> Hospital collaborations for trial demonstrations.</a:t>
            </a:r>
            <a:endParaRPr lang="en-US" sz="2000"/>
          </a:p>
          <a:p>
            <a:pPr lvl="1"/>
            <a:r>
              <a:rPr lang="en-US" sz="2000" b="1">
                <a:ea typeface="+mn-lt"/>
                <a:cs typeface="+mn-lt"/>
              </a:rPr>
              <a:t>Digital Marketing:</a:t>
            </a:r>
            <a:r>
              <a:rPr lang="en-US" sz="2000">
                <a:ea typeface="+mn-lt"/>
                <a:cs typeface="+mn-lt"/>
              </a:rPr>
              <a:t> Website, social media engagement, influencer partnerships.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67301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Top view of cubes connected with black lines">
            <a:extLst>
              <a:ext uri="{FF2B5EF4-FFF2-40B4-BE49-F238E27FC236}">
                <a16:creationId xmlns:a16="http://schemas.microsoft.com/office/drawing/2014/main" id="{A7CB681D-153D-D6E8-D15E-DE033F28BA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69" r="15266" b="3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6FFC0B-95E4-CF4A-9A42-6CEBED11F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b="1">
                <a:cs typeface="Calibri"/>
              </a:rPr>
              <a:t>Operational Plan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78BDE-67FF-7943-7766-9FB2E6579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Operational Workflow:</a:t>
            </a:r>
            <a:endParaRPr lang="en-US" sz="2000" dirty="0">
              <a:ea typeface="+mn-lt"/>
              <a:cs typeface="+mn-lt"/>
            </a:endParaRPr>
          </a:p>
          <a:p>
            <a:pPr lvl="1"/>
            <a:r>
              <a:rPr lang="en-US" sz="2000" b="1" dirty="0">
                <a:ea typeface="+mn-lt"/>
                <a:cs typeface="+mn-lt"/>
              </a:rPr>
              <a:t>Production:</a:t>
            </a:r>
            <a:r>
              <a:rPr lang="en-US" sz="2000" dirty="0">
                <a:ea typeface="+mn-lt"/>
                <a:cs typeface="+mn-lt"/>
              </a:rPr>
              <a:t> Initial prototypes manufactured in-house; scale up with local suppliers.</a:t>
            </a:r>
          </a:p>
          <a:p>
            <a:pPr lvl="1"/>
            <a:r>
              <a:rPr lang="en-US" sz="2000" b="1" dirty="0">
                <a:ea typeface="+mn-lt"/>
                <a:cs typeface="+mn-lt"/>
              </a:rPr>
              <a:t>Distribution:</a:t>
            </a:r>
            <a:r>
              <a:rPr lang="en-US" sz="2000" dirty="0">
                <a:ea typeface="+mn-lt"/>
                <a:cs typeface="+mn-lt"/>
              </a:rPr>
              <a:t> Direct-to-consumer sales, online and partner networks.</a:t>
            </a:r>
          </a:p>
          <a:p>
            <a:pPr lvl="1"/>
            <a:r>
              <a:rPr lang="en-US" sz="2000" b="1" dirty="0">
                <a:ea typeface="+mn-lt"/>
                <a:cs typeface="+mn-lt"/>
              </a:rPr>
              <a:t>Customer Support:</a:t>
            </a:r>
            <a:r>
              <a:rPr lang="en-US" sz="2000" dirty="0">
                <a:ea typeface="+mn-lt"/>
                <a:cs typeface="+mn-lt"/>
              </a:rPr>
              <a:t> Dedicated support line for user assistance and feedback collection.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67727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3B9217-2492-69E6-EFAA-8DA0BA9E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cs typeface="Calibri"/>
              </a:rPr>
              <a:t>MVP Development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EC084-E47C-8917-33DA-83500AB5C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MVP Overview: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Functional prototype demonstrating EMG control for real-world user trials.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Continuous feedback loop with users for iterative improvements.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Designed for initial testing to refine and scale up production.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15" name="Graphic 14" descr="Arrow Circle">
            <a:extLst>
              <a:ext uri="{FF2B5EF4-FFF2-40B4-BE49-F238E27FC236}">
                <a16:creationId xmlns:a16="http://schemas.microsoft.com/office/drawing/2014/main" id="{D22468CE-617F-8EDA-F269-2F7D503FC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5506" y="1492624"/>
            <a:ext cx="3765176" cy="3765176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87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2685A-3FA5-2496-D784-5D376676F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US" sz="3200" b="1">
                <a:cs typeface="Calibri"/>
              </a:rPr>
              <a:t>Financial Projections </a:t>
            </a:r>
            <a:endParaRPr lang="en-US" sz="3200"/>
          </a:p>
        </p:txBody>
      </p:sp>
      <p:pic>
        <p:nvPicPr>
          <p:cNvPr id="33" name="Picture 32" descr="Thin geometric plinth in a graph">
            <a:extLst>
              <a:ext uri="{FF2B5EF4-FFF2-40B4-BE49-F238E27FC236}">
                <a16:creationId xmlns:a16="http://schemas.microsoft.com/office/drawing/2014/main" id="{A8365343-7A7E-B55F-7E70-9CFA55D991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41" r="6983" b="-3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45190-3AE7-39FA-69B5-23F45F857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Basic Estimates: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Prototype and manufacturing costs.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Target retail price and anticipated profit margin.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Potential funding needed to advance MVP to market-ready product.</a:t>
            </a:r>
            <a:endParaRPr lang="en-US" sz="2000" dirty="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34903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4D8290DC-17A0-6731-0767-B8EDDE6EA6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83" r="15774" b="-2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B7B11-4FCC-46F3-B13B-27D3952E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 b="1">
                <a:cs typeface="Calibri"/>
              </a:rPr>
              <a:t>Conclusion &amp; Pitch Summary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2D9CF-D9B3-AF7C-EBAF-229C945CC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Summary: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Affordable, EMG-controlled bionic arm that addresses an unmet market need.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Strong market demand, robust business model, and innovative MVP.</a:t>
            </a:r>
            <a:endParaRPr lang="en-US" sz="2000" dirty="0"/>
          </a:p>
          <a:p>
            <a:pPr lvl="1"/>
            <a:r>
              <a:rPr lang="en-US" sz="2000" b="1" dirty="0">
                <a:ea typeface="+mn-lt"/>
                <a:cs typeface="+mn-lt"/>
              </a:rPr>
              <a:t>Call to Action:</a:t>
            </a:r>
            <a:r>
              <a:rPr lang="en-US" sz="2000" dirty="0">
                <a:ea typeface="+mn-lt"/>
                <a:cs typeface="+mn-lt"/>
              </a:rPr>
              <a:t> Seeking partnerships and investors to bring this solution to market.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27207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433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Custom Design</vt:lpstr>
      <vt:lpstr>EMG Controlled Prosthetic Arm  – An Affordable Solution for Enhanced Mobility </vt:lpstr>
      <vt:lpstr>Problem Identification</vt:lpstr>
      <vt:lpstr>Solution</vt:lpstr>
      <vt:lpstr>Market Opportunity</vt:lpstr>
      <vt:lpstr>Business Model </vt:lpstr>
      <vt:lpstr>Market Research</vt:lpstr>
      <vt:lpstr>Marketing, Sales Strategy </vt:lpstr>
      <vt:lpstr>Operational Plan</vt:lpstr>
      <vt:lpstr>MVP Development</vt:lpstr>
      <vt:lpstr>Financial Projections </vt:lpstr>
      <vt:lpstr>Conclusion &amp; Pitch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Vignesh K</cp:lastModifiedBy>
  <cp:revision>106</cp:revision>
  <dcterms:created xsi:type="dcterms:W3CDTF">2024-11-04T12:31:38Z</dcterms:created>
  <dcterms:modified xsi:type="dcterms:W3CDTF">2024-11-04T07:37:40Z</dcterms:modified>
</cp:coreProperties>
</file>